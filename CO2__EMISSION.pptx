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2" r:id="rId8"/>
    <p:sldId id="263" r:id="rId9"/>
    <p:sldId id="264" r:id="rId10"/>
    <p:sldId id="265" r:id="rId11"/>
    <p:sldId id="273" r:id="rId12"/>
    <p:sldId id="267" r:id="rId13"/>
    <p:sldId id="269" r:id="rId14"/>
    <p:sldId id="274"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53" autoAdjust="0"/>
    <p:restoredTop sz="94660"/>
  </p:normalViewPr>
  <p:slideViewPr>
    <p:cSldViewPr snapToGrid="0">
      <p:cViewPr>
        <p:scale>
          <a:sx n="50" d="100"/>
          <a:sy n="50" d="100"/>
        </p:scale>
        <p:origin x="300"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FD11CB0-2C72-40EB-BA20-A92DE3DB7A8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FD11CB0-2C72-40EB-BA20-A92DE3DB7A8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FD11CB0-2C72-40EB-BA20-A92DE3DB7A8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BFD11CB0-2C72-40EB-BA20-A92DE3DB7A8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BFD11CB0-2C72-40EB-BA20-A92DE3DB7A8D}"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FD11CB0-2C72-40EB-BA20-A92DE3DB7A8D}"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D11CB0-2C72-40EB-BA20-A92DE3DB7A8D}"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FD11CB0-2C72-40EB-BA20-A92DE3DB7A8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FD11CB0-2C72-40EB-BA20-A92DE3DB7A8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FD11CB0-2C72-40EB-BA20-A92DE3DB7A8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FD11CB0-2C72-40EB-BA20-A92DE3DB7A8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35D628-5079-4B3B-B531-534A43CD753E}"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11CB0-2C72-40EB-BA20-A92DE3DB7A8D}"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5D628-5079-4B3B-B531-534A43CD753E}"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5491" y="1774346"/>
            <a:ext cx="7114724" cy="2027501"/>
          </a:xfrm>
        </p:spPr>
        <p:txBody>
          <a:bodyPr>
            <a:normAutofit/>
          </a:bodyPr>
          <a:lstStyle/>
          <a:p>
            <a:r>
              <a:rPr lang="en-US" sz="4000" dirty="0">
                <a:latin typeface="Times New Roman" panose="02020603050405020304" pitchFamily="18" charset="0"/>
                <a:cs typeface="Times New Roman" panose="02020603050405020304" pitchFamily="18" charset="0"/>
              </a:rPr>
              <a:t>Title: Harnessing Machine Learning to Predict and Analyze CO2 Emissions Globally </a:t>
            </a:r>
            <a:endParaRPr lang="en-IN"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849975" y="4270965"/>
            <a:ext cx="4540966" cy="1655762"/>
          </a:xfrm>
        </p:spPr>
        <p:txBody>
          <a:bodyPr>
            <a:normAutofit fontScale="67500" lnSpcReduction="20000"/>
          </a:bodyPr>
          <a:lstStyle/>
          <a:p>
            <a:pPr algn="l"/>
            <a:r>
              <a:rPr lang="en-US" dirty="0">
                <a:latin typeface="Times New Roman" panose="02020603050405020304" pitchFamily="18" charset="0"/>
                <a:cs typeface="Times New Roman" panose="02020603050405020304" pitchFamily="18" charset="0"/>
              </a:rPr>
              <a:t>Presented by :</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G Deekshitha(22J41A6715)</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G Anusha(22J41A6716)</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Poojitha</a:t>
            </a:r>
            <a:r>
              <a:rPr lang="en-US" dirty="0">
                <a:latin typeface="Times New Roman" panose="02020603050405020304" pitchFamily="18" charset="0"/>
                <a:cs typeface="Times New Roman" panose="02020603050405020304" pitchFamily="18" charset="0"/>
              </a:rPr>
              <a:t>(23J45A6701)</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                  B Dhana Lakshmi(22J41A6710)</a:t>
            </a:r>
            <a:endParaRPr lang="en-US" dirty="0">
              <a:latin typeface="Times New Roman" panose="02020603050405020304" pitchFamily="18" charset="0"/>
              <a:cs typeface="Times New Roman" panose="02020603050405020304" pitchFamily="18" charset="0"/>
            </a:endParaRPr>
          </a:p>
          <a:p>
            <a:endParaRPr lang="en-IN" dirty="0"/>
          </a:p>
          <a:p>
            <a:endParaRPr lang="en-IN" dirty="0"/>
          </a:p>
        </p:txBody>
      </p:sp>
      <p:grpSp>
        <p:nvGrpSpPr>
          <p:cNvPr id="13" name="Group 12"/>
          <p:cNvGrpSpPr/>
          <p:nvPr/>
        </p:nvGrpSpPr>
        <p:grpSpPr>
          <a:xfrm>
            <a:off x="8205687" y="-2239975"/>
            <a:ext cx="5231993" cy="8006856"/>
            <a:chOff x="8497787" y="-2659075"/>
            <a:chExt cx="5231993" cy="8006856"/>
          </a:xfrm>
          <a:blipFill>
            <a:blip r:embed="rId2"/>
            <a:stretch>
              <a:fillRect/>
            </a:stretch>
          </a:blipFill>
        </p:grpSpPr>
        <p:sp>
          <p:nvSpPr>
            <p:cNvPr id="4" name="Rectangle: Rounded Corners 3"/>
            <p:cNvSpPr/>
            <p:nvPr/>
          </p:nvSpPr>
          <p:spPr>
            <a:xfrm rot="2502933">
              <a:off x="9116130" y="-2659075"/>
              <a:ext cx="1832724" cy="68688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p:cNvSpPr/>
            <p:nvPr/>
          </p:nvSpPr>
          <p:spPr>
            <a:xfrm rot="2502933">
              <a:off x="11447074" y="-1383162"/>
              <a:ext cx="1349181" cy="504798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p:cNvSpPr/>
            <p:nvPr/>
          </p:nvSpPr>
          <p:spPr>
            <a:xfrm rot="2502933">
              <a:off x="9115340" y="2913405"/>
              <a:ext cx="1389130" cy="17312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p:cNvSpPr/>
            <p:nvPr/>
          </p:nvSpPr>
          <p:spPr>
            <a:xfrm rot="2502933">
              <a:off x="12447319" y="-154994"/>
              <a:ext cx="1282461" cy="504798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p:cNvSpPr/>
            <p:nvPr/>
          </p:nvSpPr>
          <p:spPr>
            <a:xfrm rot="2502933">
              <a:off x="8497787" y="-2532899"/>
              <a:ext cx="672139" cy="504798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10348691" y="4230231"/>
              <a:ext cx="1111353" cy="11175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TextBox 13"/>
          <p:cNvSpPr txBox="1"/>
          <p:nvPr/>
        </p:nvSpPr>
        <p:spPr>
          <a:xfrm>
            <a:off x="218019" y="241300"/>
            <a:ext cx="7706781"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MALLA REDDY ENGINEERING COLLEGE</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16076"/>
            <a:ext cx="10515600" cy="4351338"/>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Climate change, driven by greenhouse gas emissions, poses a critical global threat, with carbon dioxide (CO2) as the primary contributor. This project develops a predictive model to estimate CO2 emissions from sources such as cement, coal, gas, oil, and flaring, using historical emissions and economic data. By analyzing interdependencies between economic activities and environmental outcomes, the model provides valuable insights for researchers, policymakers, and planners. The goal is to support data-driven strategies for mitigating emissions and enhancing sustainable policy decisions.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Climate change, driven by rising CO2</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emissions, poses a global threat. Major contributors include cement production, fossil fuel combustion, and flaring. Accurate prediction models are essential for analyzing trends and guiding climate policies.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This project develops a machine learning-based model to estimate CO₂ emissions using historical data and economic indicators. By identifying key emission drivers and forecasting future trends, it provides insights to support sustainable environmental planning and policy-making.</a:t>
            </a:r>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HARDWARE &amp; SOFTWARE REQUIREMENTS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Hardware Requirements:</a:t>
            </a:r>
            <a:endParaRPr lang="en-IN"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Core i5/i7 or AMD equivalent</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8GB (Recommended: 16GB for faster processing)</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At least 10GB free space for dataset storage and model training</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GPU (Optional):</a:t>
            </a:r>
            <a:r>
              <a:rPr lang="en-IN" dirty="0">
                <a:latin typeface="Times New Roman" panose="02020603050405020304" pitchFamily="18" charset="0"/>
                <a:cs typeface="Times New Roman" panose="02020603050405020304" pitchFamily="18" charset="0"/>
              </a:rPr>
              <a:t> NVIDIA GPU (for advanced model training, but not mandatory)</a:t>
            </a:r>
            <a:endParaRPr lang="en-IN"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693081" y="902731"/>
            <a:ext cx="58166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Software Requirements:</a:t>
            </a:r>
            <a:endParaRPr lang="en-IN" sz="2800" dirty="0"/>
          </a:p>
        </p:txBody>
      </p:sp>
      <p:sp>
        <p:nvSpPr>
          <p:cNvPr id="5" name="Rectangle 1"/>
          <p:cNvSpPr>
            <a:spLocks noChangeArrowheads="1"/>
          </p:cNvSpPr>
          <p:nvPr/>
        </p:nvSpPr>
        <p:spPr bwMode="auto">
          <a:xfrm>
            <a:off x="693081" y="1425951"/>
            <a:ext cx="1015053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Windows/Linux/MacOS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Environment: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Anaconda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Used: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manipulation and analysis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visualization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Numerical computations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Machine learning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LinearRegression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mean_squared_error</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mean_absolute_error</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r2_score)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CO2 emissions data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PROPOSED METHODOLOGY AND EXECUTION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95425"/>
            <a:ext cx="10515600" cy="4562475"/>
          </a:xfrm>
        </p:spPr>
        <p:txBody>
          <a:bodyPr>
            <a:noAutofit/>
          </a:bodyPr>
          <a:lstStyle/>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Data Acquisition:</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Collected historical CO2 emissions data, encompassing multiple sources such as cement, coal, gas, oil, and flaring.</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Integrated relevant economic indicators to enhance predictive accuracy.</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Utilized a structured dataset in CSV format for analysis.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Data Preprocessing: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Loaded the dataset using pandas for structured manipulation.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Handled missing values through imputation and conversion of non-numeric data using </a:t>
            </a:r>
            <a:r>
              <a:rPr lang="en-US" dirty="0" err="1">
                <a:latin typeface="Times New Roman" panose="02020603050405020304" pitchFamily="18" charset="0"/>
                <a:cs typeface="Times New Roman" panose="02020603050405020304" pitchFamily="18" charset="0"/>
              </a:rPr>
              <a:t>pd.to_numeric</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914400" y="939800"/>
            <a:ext cx="10553700" cy="5755422"/>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Removed irrelevant features such as '</a:t>
            </a:r>
            <a:r>
              <a:rPr lang="en-US" sz="2800" dirty="0" err="1">
                <a:latin typeface="Times New Roman" panose="02020603050405020304" pitchFamily="18" charset="0"/>
                <a:cs typeface="Times New Roman" panose="02020603050405020304" pitchFamily="18" charset="0"/>
              </a:rPr>
              <a:t>Country.Name</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Country.Code</a:t>
            </a:r>
            <a:r>
              <a:rPr lang="en-US" sz="2800" dirty="0">
                <a:latin typeface="Times New Roman" panose="02020603050405020304" pitchFamily="18" charset="0"/>
                <a:cs typeface="Times New Roman" panose="02020603050405020304" pitchFamily="18" charset="0"/>
              </a:rPr>
              <a:t>' to optimize model efficiency.</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Ensured data consistency and quality through normalization and transformation.</a:t>
            </a:r>
            <a:endParaRPr lang="en-US"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3. Exploratory Data Analysis (EDA):</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Conducted a comprehensive statistical analysis to understand emission trends.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Visualized emission distributions and correlations using matplotlib to identify key patterns.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Assessed interdependencies between CO2 emissions and economic variables.</a:t>
            </a:r>
            <a:endParaRPr lang="en-IN" sz="28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2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800100" y="952500"/>
            <a:ext cx="10795000" cy="569386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4.  Feature Selection &amp; Model Development:</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Identified relevant predictive features through correlation analysis.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Partitioned the dataset into training (80%) and testing (20%) subsets using </a:t>
            </a:r>
            <a:r>
              <a:rPr lang="en-US" sz="2800" dirty="0" err="1">
                <a:latin typeface="Times New Roman" panose="02020603050405020304" pitchFamily="18" charset="0"/>
                <a:cs typeface="Times New Roman" panose="02020603050405020304" pitchFamily="18" charset="0"/>
              </a:rPr>
              <a:t>train_test_split</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Implemented Linear Regression as the primary predictive model to estimate CO2 emissions.</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5.  Model Training &amp; Evaluation:</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Trained the model using historical data to establish predictive relationships.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Generated emission forecasts and compared them against actual values.</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825500" y="444381"/>
            <a:ext cx="10883900" cy="5969635"/>
          </a:xfrm>
          <a:prstGeom prst="rect">
            <a:avLst/>
          </a:prstGeom>
          <a:noFill/>
        </p:spPr>
        <p:txBody>
          <a:bodyPr wrap="square" rtlCol="0">
            <a:spAutoFit/>
          </a:bodyPr>
          <a:lstStyle/>
          <a:p>
            <a:pPr indent="0">
              <a:buFont typeface="Arial" panose="020B0604020202020204" pitchFamily="34" charset="0"/>
              <a:buNone/>
            </a:pPr>
            <a:r>
              <a:rPr lang="en-US" sz="2800" b="1" dirty="0">
                <a:sym typeface="+mn-ea"/>
              </a:rPr>
              <a:t> </a:t>
            </a:r>
            <a:r>
              <a:rPr lang="en-US" sz="2800" b="1" dirty="0">
                <a:latin typeface="Times New Roman" panose="02020603050405020304" pitchFamily="18" charset="0"/>
                <a:cs typeface="Times New Roman" panose="02020603050405020304" pitchFamily="18" charset="0"/>
                <a:sym typeface="+mn-ea"/>
              </a:rPr>
              <a:t>Results :</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Analyzed model outputs to identify significant emission drivers.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Presented findings through graphical representations, highlighting emission trends and model accuracy.</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Evaluated model performance using key metrics: </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 Mean Squared Error (MSE)</a:t>
            </a:r>
            <a:r>
              <a:rPr lang="en-US" sz="2800" dirty="0">
                <a:latin typeface="Times New Roman" panose="02020603050405020304" pitchFamily="18" charset="0"/>
                <a:cs typeface="Times New Roman" panose="02020603050405020304" pitchFamily="18" charset="0"/>
              </a:rPr>
              <a:t> – Measures the average squared difference between actual and predicted values.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Root Mean Squared Error (RMSE)</a:t>
            </a:r>
            <a:r>
              <a:rPr lang="en-US" sz="2800" dirty="0">
                <a:latin typeface="Times New Roman" panose="02020603050405020304" pitchFamily="18" charset="0"/>
                <a:cs typeface="Times New Roman" panose="02020603050405020304" pitchFamily="18" charset="0"/>
              </a:rPr>
              <a:t> – Provides an interpretable error metric in the same units as the data.</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Mean Absolute Error (MAE)</a:t>
            </a:r>
            <a:r>
              <a:rPr lang="en-US" sz="2800" dirty="0">
                <a:latin typeface="Times New Roman" panose="02020603050405020304" pitchFamily="18" charset="0"/>
                <a:cs typeface="Times New Roman" panose="02020603050405020304" pitchFamily="18" charset="0"/>
              </a:rPr>
              <a:t> – Quantifies the average magnitude of errors.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R² Score</a:t>
            </a:r>
            <a:r>
              <a:rPr lang="en-US" sz="2800" dirty="0">
                <a:latin typeface="Times New Roman" panose="02020603050405020304" pitchFamily="18" charset="0"/>
                <a:cs typeface="Times New Roman" panose="02020603050405020304" pitchFamily="18" charset="0"/>
              </a:rPr>
              <a:t> – Assesses the model’s explanatory power in predicting emissions.</a:t>
            </a: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light-brown-color-solid-background-1920x1080"/>
          <p:cNvPicPr>
            <a:picLocks noChangeAspect="1"/>
          </p:cNvPicPr>
          <p:nvPr/>
        </p:nvPicPr>
        <p:blipFill>
          <a:blip r:embed="rId1"/>
          <a:stretch>
            <a:fillRect/>
          </a:stretch>
        </p:blipFill>
        <p:spPr>
          <a:xfrm>
            <a:off x="0" y="0"/>
            <a:ext cx="12192000" cy="6858000"/>
          </a:xfrm>
          <a:prstGeom prst="rect">
            <a:avLst/>
          </a:prstGeom>
        </p:spPr>
      </p:pic>
      <p:sp>
        <p:nvSpPr>
          <p:cNvPr id="4" name="Text Box 3"/>
          <p:cNvSpPr txBox="1"/>
          <p:nvPr/>
        </p:nvSpPr>
        <p:spPr>
          <a:xfrm>
            <a:off x="1071245" y="487045"/>
            <a:ext cx="4064000" cy="521970"/>
          </a:xfrm>
          <a:prstGeom prst="rect">
            <a:avLst/>
          </a:prstGeom>
          <a:noFill/>
        </p:spPr>
        <p:txBody>
          <a:bodyPr wrap="square" rtlCol="0">
            <a:spAutoFit/>
          </a:bodyPr>
          <a:p>
            <a:r>
              <a:rPr lang="en-US" sz="2800" b="1">
                <a:latin typeface="Times New Roman" panose="02020603050405020304" pitchFamily="18" charset="0"/>
                <a:cs typeface="Times New Roman" panose="02020603050405020304" pitchFamily="18" charset="0"/>
              </a:rPr>
              <a:t>Output:</a:t>
            </a:r>
            <a:endParaRPr lang="en-US" sz="2800" b="1">
              <a:latin typeface="Times New Roman" panose="02020603050405020304" pitchFamily="18" charset="0"/>
              <a:cs typeface="Times New Roman" panose="02020603050405020304" pitchFamily="18" charset="0"/>
            </a:endParaRPr>
          </a:p>
        </p:txBody>
      </p:sp>
      <p:pic>
        <p:nvPicPr>
          <p:cNvPr id="5" name="Picture 4" descr="4"/>
          <p:cNvPicPr>
            <a:picLocks noChangeAspect="1"/>
          </p:cNvPicPr>
          <p:nvPr/>
        </p:nvPicPr>
        <p:blipFill>
          <a:blip r:embed="rId2"/>
          <a:stretch>
            <a:fillRect/>
          </a:stretch>
        </p:blipFill>
        <p:spPr>
          <a:xfrm>
            <a:off x="1016000" y="1166495"/>
            <a:ext cx="10160000" cy="2155825"/>
          </a:xfrm>
          <a:prstGeom prst="rect">
            <a:avLst/>
          </a:prstGeom>
        </p:spPr>
      </p:pic>
      <p:pic>
        <p:nvPicPr>
          <p:cNvPr id="6" name="Picture 5" descr="1"/>
          <p:cNvPicPr>
            <a:picLocks noChangeAspect="1"/>
          </p:cNvPicPr>
          <p:nvPr/>
        </p:nvPicPr>
        <p:blipFill>
          <a:blip r:embed="rId3"/>
          <a:stretch>
            <a:fillRect/>
          </a:stretch>
        </p:blipFill>
        <p:spPr>
          <a:xfrm>
            <a:off x="1016000" y="3802380"/>
            <a:ext cx="10160000" cy="1012825"/>
          </a:xfrm>
          <a:prstGeom prst="rect">
            <a:avLst/>
          </a:prstGeom>
        </p:spPr>
      </p:pic>
      <p:pic>
        <p:nvPicPr>
          <p:cNvPr id="8" name="Picture 7" descr="5"/>
          <p:cNvPicPr>
            <a:picLocks noChangeAspect="1"/>
          </p:cNvPicPr>
          <p:nvPr/>
        </p:nvPicPr>
        <p:blipFill>
          <a:blip r:embed="rId4"/>
          <a:stretch>
            <a:fillRect/>
          </a:stretch>
        </p:blipFill>
        <p:spPr>
          <a:xfrm>
            <a:off x="1016000" y="5363845"/>
            <a:ext cx="10160000" cy="5448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pic>
        <p:nvPicPr>
          <p:cNvPr id="2" name="Picture 1" descr="2"/>
          <p:cNvPicPr>
            <a:picLocks noChangeAspect="1"/>
          </p:cNvPicPr>
          <p:nvPr/>
        </p:nvPicPr>
        <p:blipFill>
          <a:blip r:embed="rId2"/>
          <a:stretch>
            <a:fillRect/>
          </a:stretch>
        </p:blipFill>
        <p:spPr>
          <a:xfrm>
            <a:off x="2124075" y="1085850"/>
            <a:ext cx="7943850" cy="4686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Text Box 8"/>
          <p:cNvSpPr txBox="1"/>
          <p:nvPr/>
        </p:nvSpPr>
        <p:spPr>
          <a:xfrm>
            <a:off x="573405" y="323850"/>
            <a:ext cx="10349230" cy="5754370"/>
          </a:xfrm>
          <a:prstGeom prst="rect">
            <a:avLst/>
          </a:prstGeom>
          <a:noFill/>
        </p:spPr>
        <p:txBody>
          <a:bodyPr wrap="square" rtlCol="0">
            <a:noAutofit/>
          </a:bodyPr>
          <a:p>
            <a:r>
              <a:rPr lang="en-US" sz="2800" b="1"/>
              <a:t>Conclusion:</a:t>
            </a:r>
            <a:endParaRPr lang="en-US" sz="2800" b="1"/>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Developed a machine learning model to predict CO₂ emissions using historical data and economic indicators.</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Applied data preprocessing, exploratory analysis, and predictive modeling to extract meaningful insights.</a:t>
            </a:r>
            <a:endParaRPr lang="en-US" altLang="en-US" sz="2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sym typeface="+mn-ea"/>
              </a:rPr>
              <a:t>Evaluated model performance using metrics like MSE, RMSE, MAE, and R² Score to ensure accuracy.</a:t>
            </a:r>
            <a:endParaRPr lang="en-US" altLang="en-US" sz="2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sym typeface="+mn-ea"/>
              </a:rPr>
              <a:t>Findings support policymakers and environmental planners in making data-driven decisions for sustainability.</a:t>
            </a:r>
            <a:endParaRPr lang="en-US" altLang="en-US" sz="2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sym typeface="+mn-ea"/>
              </a:rPr>
              <a:t>Future work can integrate advanced models and additional variables to improve prediction accuracy.</a:t>
            </a:r>
            <a:endParaRPr lang="en-US" altLang="en-US" sz="28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sym typeface="+mn-ea"/>
              </a:rPr>
              <a:t>Contributes to global climate change mitigation efforts by enabling informed policy decisions.</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ext Box 1"/>
          <p:cNvSpPr txBox="1"/>
          <p:nvPr/>
        </p:nvSpPr>
        <p:spPr>
          <a:xfrm>
            <a:off x="981075" y="608965"/>
            <a:ext cx="9924415" cy="5640070"/>
          </a:xfrm>
          <a:prstGeom prst="rect">
            <a:avLst/>
          </a:prstGeom>
          <a:noFill/>
        </p:spPr>
        <p:txBody>
          <a:bodyPr wrap="square" rtlCol="0">
            <a:noAutofit/>
          </a:bodyPr>
          <a:p>
            <a:r>
              <a:rPr lang="en-US" sz="2800" b="1">
                <a:latin typeface="Times New Roman" panose="02020603050405020304" pitchFamily="18" charset="0"/>
                <a:cs typeface="Times New Roman" panose="02020603050405020304" pitchFamily="18" charset="0"/>
              </a:rPr>
              <a:t>REFERENCE:</a:t>
            </a:r>
            <a:endParaRPr lang="en-US" sz="2800" b="1">
              <a:latin typeface="Times New Roman" panose="02020603050405020304" pitchFamily="18" charset="0"/>
              <a:cs typeface="Times New Roman" panose="02020603050405020304" pitchFamily="18" charset="0"/>
            </a:endParaRPr>
          </a:p>
          <a:p>
            <a:endParaRPr lang="en-US" sz="28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•J. Brown et al., "Machine Learning Approaches for CO₂ Emission Prediction," IEEE EDS, 2020.</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 Smith, L. Zhang, "Data-Driven Climate Policy Using Predictive Models," J. Environ. Res., 2021.</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 Wilson, R. Kumar, "Economic Indicators in CO₂ Emission Forecasting," Int. J. Climate Sci. Tech., 2019.</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C. Johnson et al., "Comparative Study of Regression Models for CO₂ Prediction," Global AI Sustain. Conf., 2022.</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IPCC, "Climate Change 2021: The Physical Science Basis," Cambridge Univ. Press, 2021.</a:t>
            </a: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ext Box 1"/>
          <p:cNvSpPr txBox="1"/>
          <p:nvPr/>
        </p:nvSpPr>
        <p:spPr>
          <a:xfrm>
            <a:off x="3914775" y="2573020"/>
            <a:ext cx="3701415" cy="962660"/>
          </a:xfrm>
          <a:prstGeom prst="rect">
            <a:avLst/>
          </a:prstGeom>
          <a:noFill/>
        </p:spPr>
        <p:txBody>
          <a:bodyPr wrap="square" rtlCol="0">
            <a:noAutofit/>
          </a:bodyPr>
          <a:p>
            <a:r>
              <a:rPr lang="en-US" altLang="en-US" sz="6000">
                <a:solidFill>
                  <a:schemeClr val="tx1"/>
                </a:solidFill>
                <a:latin typeface="Times New Roman" panose="02020603050405020304" pitchFamily="18" charset="0"/>
                <a:cs typeface="Times New Roman" panose="02020603050405020304" pitchFamily="18" charset="0"/>
              </a:rPr>
              <a:t>Thank you.</a:t>
            </a:r>
            <a:endParaRPr lang="en-US" altLang="en-US" sz="60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5250</Words>
  <Application>WPS Presentation</Application>
  <PresentationFormat>Widescreen</PresentationFormat>
  <Paragraphs>108</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Times New Roman</vt:lpstr>
      <vt:lpstr>Calibri</vt:lpstr>
      <vt:lpstr>Microsoft YaHei</vt:lpstr>
      <vt:lpstr>Arial Unicode MS</vt:lpstr>
      <vt:lpstr>Calibri Light</vt:lpstr>
      <vt:lpstr>Sitka Display</vt:lpstr>
      <vt:lpstr>Office Theme</vt:lpstr>
      <vt:lpstr>Title: Harnessing Machine Learning to Predict and Analyze CO2 Emissions Globally </vt:lpstr>
      <vt:lpstr>ABSTRACT</vt:lpstr>
      <vt:lpstr>INTRODUCTION</vt:lpstr>
      <vt:lpstr>HARDWARE &amp; SOFTWARE REQUIREMENTS</vt:lpstr>
      <vt:lpstr>PowerPoint 演示文稿</vt:lpstr>
      <vt:lpstr>PROPOSED METHODOLOGY AND EXECUTION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Deekshitha G</dc:creator>
  <cp:lastModifiedBy>Poojitha M-053</cp:lastModifiedBy>
  <cp:revision>5</cp:revision>
  <dcterms:created xsi:type="dcterms:W3CDTF">2025-03-07T15:57:00Z</dcterms:created>
  <dcterms:modified xsi:type="dcterms:W3CDTF">2025-03-08T02:26:04Z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EE9028D01E4645CDA59A7AB37415B4BD_12</vt:lpwstr>
  </property>
  <property fmtid="{D5CDD505-2E9C-101B-9397-08002B2CF9AE}" pid="3" name="KSOProductBuildVer">
    <vt:lpwstr>1033-12.2.0.20326</vt:lpwstr>
  </property>
</Properties>
</file>